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0" r:id="rId4"/>
    <p:sldId id="269" r:id="rId5"/>
    <p:sldId id="267" r:id="rId6"/>
    <p:sldId id="257" r:id="rId7"/>
    <p:sldId id="270" r:id="rId8"/>
    <p:sldId id="268" r:id="rId9"/>
    <p:sldId id="272" r:id="rId10"/>
    <p:sldId id="261" r:id="rId11"/>
    <p:sldId id="262" r:id="rId12"/>
    <p:sldId id="263" r:id="rId13"/>
    <p:sldId id="265" r:id="rId14"/>
    <p:sldId id="264" r:id="rId15"/>
    <p:sldId id="271" r:id="rId16"/>
    <p:sldId id="258" r:id="rId17"/>
    <p:sldId id="259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F0A65E-D7A2-4EE5-A2C0-04505E95A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51B13B6-90F1-4F27-89A0-58888EF08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4E0A325-05DA-47E0-93FE-8B4E0D125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5D988-5E26-4E67-BA89-43D6216898B9}" type="datetimeFigureOut">
              <a:rPr lang="zh-TW" altLang="en-US" smtClean="0"/>
              <a:t>2022/2/11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600184-B77D-4C08-8AAF-5D051BFB1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05911C1-1B80-4797-870A-A55B11C0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E37D3-4199-401A-8837-21C9008C3F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0972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B72EDD-9D40-4888-A153-68E0DA750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B86AFF-ABBB-41C0-9B53-975E42EB4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900203-9346-4EDF-9AA4-DE5071114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5D988-5E26-4E67-BA89-43D6216898B9}" type="datetimeFigureOut">
              <a:rPr lang="zh-TW" altLang="en-US" smtClean="0"/>
              <a:t>2022/2/11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0D3DE8-0439-4914-A958-BA4979C1C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A950C4-D66A-4640-A654-C4FE46A5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E37D3-4199-401A-8837-21C9008C3F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5755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6D6B0F-9F2C-4CB4-89C0-0C5E87E2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A6B8514-00F4-48B0-941E-19CC9467C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20B8C8-F06F-45BF-A040-50773C13A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5D988-5E26-4E67-BA89-43D6216898B9}" type="datetimeFigureOut">
              <a:rPr lang="zh-TW" altLang="en-US" smtClean="0"/>
              <a:t>2022/2/11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365A8ED-1440-4F12-810F-8BD8C848E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3B5BF3-6F21-4CA8-A220-8466621B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E37D3-4199-401A-8837-21C9008C3F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224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BE06F3-9795-44BA-90BF-6514F5B41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B612BF-C57C-4BD7-8ED6-142EA9C7C8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03C2E55-56A1-4879-83FC-E05CA2D51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FB032AB-98A5-47A4-95D4-F90D8A97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5D988-5E26-4E67-BA89-43D6216898B9}" type="datetimeFigureOut">
              <a:rPr lang="zh-TW" altLang="en-US" smtClean="0"/>
              <a:t>2022/2/11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C3A2E96-11DE-4766-9349-F28B45DDA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7C38265-5E8A-405F-8429-3A550C9F4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E37D3-4199-401A-8837-21C9008C3F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1420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47CCB5-5294-404C-A264-9E98CBF06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C70BA6-B9C7-455B-8CF3-346A409DE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80FD04A-60B8-4549-BCEB-127F837BD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FD8972C-DF71-4B3C-A07E-71FD8B99DD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6285F62-E3D0-40ED-8078-227004470A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4C85C12-23B6-49D4-8C0C-FF537568F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5D988-5E26-4E67-BA89-43D6216898B9}" type="datetimeFigureOut">
              <a:rPr lang="zh-TW" altLang="en-US" smtClean="0"/>
              <a:t>2022/2/11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B5529C9-8A4A-44E2-90F9-249D542B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DB93238-3313-4177-B9B7-D0E50767B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E37D3-4199-401A-8837-21C9008C3F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6307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485358-8CC9-49DB-93FF-4F0DFFD47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AB82A68-BD20-40B4-907D-CC322C1FB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5D988-5E26-4E67-BA89-43D6216898B9}" type="datetimeFigureOut">
              <a:rPr lang="zh-TW" altLang="en-US" smtClean="0"/>
              <a:t>2022/2/11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822157D-1585-4C31-9881-AC8A126F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566C80F-7259-474C-8FDE-D0218D7E2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E37D3-4199-401A-8837-21C9008C3F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5174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E4D8B34-BC16-4916-8B02-937C02096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5D988-5E26-4E67-BA89-43D6216898B9}" type="datetimeFigureOut">
              <a:rPr lang="zh-TW" altLang="en-US" smtClean="0"/>
              <a:t>2022/2/11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C47E686-1644-4145-9B66-968C3EF83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0C1677-18AB-4A64-BB7C-6A742192B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E37D3-4199-401A-8837-21C9008C3F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9678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9888A1-6C11-48F3-A3C8-07CD9B1D7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9A4F64-3A14-4E75-BCCB-D9FB40ECE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FF987CD-D1DC-40C1-8697-604021C03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4850A3A-AA29-46B5-9BAA-C28B5D23D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5D988-5E26-4E67-BA89-43D6216898B9}" type="datetimeFigureOut">
              <a:rPr lang="zh-TW" altLang="en-US" smtClean="0"/>
              <a:t>2022/2/11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B160FF-7C9C-4965-8D8A-1D2F5B4B0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DCD0CEB-09CB-49A9-9A37-EC2B649C8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E37D3-4199-401A-8837-21C9008C3F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1991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410B43-921E-4A48-AC17-17F3BD25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C0BD66F-0324-472D-926A-AFCA742B93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03F87C2-ED10-471D-AC96-4CBD613A3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4F79583-9C3C-44CF-BF5B-A746122DA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5D988-5E26-4E67-BA89-43D6216898B9}" type="datetimeFigureOut">
              <a:rPr lang="zh-TW" altLang="en-US" smtClean="0"/>
              <a:t>2022/2/11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E49F50A-5D13-4E8C-BD21-A3123E6D7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14B012B-4E6D-4E73-8767-28AA060E1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E37D3-4199-401A-8837-21C9008C3F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5138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335633-C296-404B-9872-0CD422244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A151E26-FBD9-4945-B923-BB0380268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E4837D-547D-4A4D-9DF8-15F52D794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5D988-5E26-4E67-BA89-43D6216898B9}" type="datetimeFigureOut">
              <a:rPr lang="zh-TW" altLang="en-US" smtClean="0"/>
              <a:t>2022/2/11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3E4585-51EC-4C00-AB90-CFC723626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8D7B82-59EA-4132-AABC-CCD5166DD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E37D3-4199-401A-8837-21C9008C3F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741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E5B674F-B2B7-4082-8831-6A37C0ACA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D5EDB36-3A84-4E6D-925A-8FFC5DCC9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45A344-9B9B-479C-8E81-51EDB6947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5D988-5E26-4E67-BA89-43D6216898B9}" type="datetimeFigureOut">
              <a:rPr lang="zh-TW" altLang="en-US" smtClean="0"/>
              <a:t>2022/2/11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CAED54A-A977-4135-9613-33A98496B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77871F-6409-4F18-B477-6F8067183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E37D3-4199-401A-8837-21C9008C3F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294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A1EAD4B-85AA-4567-A2FE-1B4B4DE50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508B729-781A-4F75-B6F0-471A90A5D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E4602F-562D-4E35-B2D8-C5C7C78654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45D988-5E26-4E67-BA89-43D6216898B9}" type="datetimeFigureOut">
              <a:rPr lang="zh-TW" altLang="en-US" smtClean="0"/>
              <a:t>2022/2/11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F032D3-9FB8-4258-BBCD-E457BC3A3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0CD458-C9D7-464C-AE1F-AC4FEFBCF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E37D3-4199-401A-8837-21C9008C3F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4695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9FF854-7977-42B5-968E-EF7D62D950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過年前後問題討論</a:t>
            </a:r>
          </a:p>
        </p:txBody>
      </p:sp>
    </p:spTree>
    <p:extLst>
      <p:ext uri="{BB962C8B-B14F-4D97-AF65-F5344CB8AC3E}">
        <p14:creationId xmlns:p14="http://schemas.microsoft.com/office/powerpoint/2010/main" val="2200139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654CDC7-2F17-4D37-92C1-8C6C013D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820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2021/12</a:t>
            </a:r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月銷售狀況</a:t>
            </a:r>
          </a:p>
        </p:txBody>
      </p:sp>
    </p:spTree>
    <p:extLst>
      <p:ext uri="{BB962C8B-B14F-4D97-AF65-F5344CB8AC3E}">
        <p14:creationId xmlns:p14="http://schemas.microsoft.com/office/powerpoint/2010/main" val="2589423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F32AF65-D6AA-4C57-A4CE-D96214B80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64" y="76842"/>
            <a:ext cx="6312601" cy="42084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7F18AFF-D7D7-4DD0-BB8F-FF354CD8FB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865" y="0"/>
            <a:ext cx="5016000" cy="3762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8E7A594-E921-49B0-BB73-351355C7D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214" y="4596862"/>
            <a:ext cx="4231242" cy="1836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7EE3B79-DD73-4959-97B6-D477B5E403B3}"/>
              </a:ext>
            </a:extLst>
          </p:cNvPr>
          <p:cNvSpPr/>
          <p:nvPr/>
        </p:nvSpPr>
        <p:spPr>
          <a:xfrm>
            <a:off x="6734429" y="3757288"/>
            <a:ext cx="5146307" cy="292771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從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月份資料來看，建議售價與銷售量成負相關，即平均建議售價越高，銷售量越少。</a:t>
            </a:r>
            <a:r>
              <a:rPr lang="en-US" altLang="zh-TW" dirty="0"/>
              <a:t>,4y xul4</a:t>
            </a:r>
          </a:p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04661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F994460-63CE-4164-A850-7ADFC09F3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78"/>
            <a:ext cx="5400000" cy="3600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A3B74EF-DDDF-4D93-80FD-0A6D6B815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719" y="0"/>
            <a:ext cx="5400000" cy="3600000"/>
          </a:xfrm>
          <a:prstGeom prst="rect">
            <a:avLst/>
          </a:prstGeom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7026382B-CD7B-457F-8B28-71441071D959}"/>
              </a:ext>
            </a:extLst>
          </p:cNvPr>
          <p:cNvSpPr/>
          <p:nvPr/>
        </p:nvSpPr>
        <p:spPr>
          <a:xfrm>
            <a:off x="6096000" y="3330146"/>
            <a:ext cx="5914767" cy="3429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銷量較好的商品</a:t>
            </a: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商品單價明顯較低，基本上都落在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$100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內。</a:t>
            </a:r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優勢商品 </a:t>
            </a: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</a:p>
          <a:p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同時佔據銷售量、銷售額前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a.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調理包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三杯雞</a:t>
            </a:r>
          </a:p>
          <a:p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b.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調理包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紅燒牛南</a:t>
            </a:r>
          </a:p>
          <a:p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c.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藥燉排骨</a:t>
            </a:r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明星商品 </a:t>
            </a: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同時佔據銷售量、銷售額、利潤前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en-US" altLang="zh-TW" dirty="0"/>
              <a:t>ul4</a:t>
            </a:r>
          </a:p>
          <a:p>
            <a:pPr algn="ctr"/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5078342-BF46-4D48-9D49-EAC893D783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429000"/>
            <a:ext cx="5400001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151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654CDC7-2F17-4D37-92C1-8C6C013D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820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2022/01</a:t>
            </a:r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月銷售狀況</a:t>
            </a:r>
          </a:p>
        </p:txBody>
      </p:sp>
    </p:spTree>
    <p:extLst>
      <p:ext uri="{BB962C8B-B14F-4D97-AF65-F5344CB8AC3E}">
        <p14:creationId xmlns:p14="http://schemas.microsoft.com/office/powerpoint/2010/main" val="1255902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A275E21C-036E-419E-B552-E5FEC3F765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20" y="129329"/>
            <a:ext cx="6311840" cy="420789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1A8B306-57B4-4085-BE8F-57E9639E1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66" y="4720282"/>
            <a:ext cx="5252613" cy="18364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21D2EFB-5F00-4FFA-8FD2-DD3F0CAF6181}"/>
              </a:ext>
            </a:extLst>
          </p:cNvPr>
          <p:cNvSpPr/>
          <p:nvPr/>
        </p:nvSpPr>
        <p:spPr>
          <a:xfrm>
            <a:off x="6734429" y="3757288"/>
            <a:ext cx="5017399" cy="292771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從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月份資料來看，原以為建議售價與銷售量成負相關，但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月資料看來影響客人購買關鍵，仍是商品當時有無打中客人喜好，也有可能過年將至，客人能接受單價較高的商品，如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伴手禮等。</a:t>
            </a:r>
            <a:r>
              <a:rPr lang="en-US" altLang="zh-TW" dirty="0"/>
              <a:t>,4y xul4</a:t>
            </a:r>
          </a:p>
          <a:p>
            <a:pPr algn="ctr"/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7987C47-840C-4091-8A1F-80EC24472C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227" y="-5761"/>
            <a:ext cx="5017399" cy="376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777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圓角 7">
            <a:extLst>
              <a:ext uri="{FF2B5EF4-FFF2-40B4-BE49-F238E27FC236}">
                <a16:creationId xmlns:a16="http://schemas.microsoft.com/office/drawing/2014/main" id="{7026382B-CD7B-457F-8B28-71441071D959}"/>
              </a:ext>
            </a:extLst>
          </p:cNvPr>
          <p:cNvSpPr/>
          <p:nvPr/>
        </p:nvSpPr>
        <p:spPr>
          <a:xfrm>
            <a:off x="6096000" y="3429000"/>
            <a:ext cx="5914767" cy="3429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優勢商品 </a:t>
            </a: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</a:p>
          <a:p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同時佔據銷售量、銷售額前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a.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花生醬蛋捲</a:t>
            </a:r>
          </a:p>
          <a:p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b.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滷味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鴨翅</a:t>
            </a:r>
          </a:p>
          <a:p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c.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芝麻醬蛋捲</a:t>
            </a:r>
          </a:p>
          <a:p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d.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鹹酥腰果</a:t>
            </a:r>
          </a:p>
          <a:p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e.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滴滴哒心蛋捲禮盒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原味</a:t>
            </a:r>
            <a:endParaRPr lang="en-US" altLang="zh-TW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明星商品 </a:t>
            </a: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同時佔據銷售量、銷售額、利潤前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a.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花生醬蛋捲</a:t>
            </a:r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b.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芝麻醬蛋捲</a:t>
            </a:r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/>
              <a:t>ul4</a:t>
            </a:r>
          </a:p>
          <a:p>
            <a:pPr algn="ctr"/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CAF72AC-97DF-40B3-ABCD-2FF4E61E8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26" y="3651422"/>
            <a:ext cx="5400000" cy="36000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ABAFAB9-5429-4654-A770-EE5029142E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26" y="0"/>
            <a:ext cx="5400000" cy="36000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7237FCC-EFE1-43EF-8731-39F0DCF783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558" y="-18953"/>
            <a:ext cx="54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295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654CDC7-2F17-4D37-92C1-8C6C013D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820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2021/12-2022/01</a:t>
            </a:r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月銷售狀況</a:t>
            </a:r>
          </a:p>
        </p:txBody>
      </p:sp>
    </p:spTree>
    <p:extLst>
      <p:ext uri="{BB962C8B-B14F-4D97-AF65-F5344CB8AC3E}">
        <p14:creationId xmlns:p14="http://schemas.microsoft.com/office/powerpoint/2010/main" val="1966865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A10BB58D-E5CC-4CBD-A8A2-8EFA8C9DA9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49" y="92259"/>
            <a:ext cx="5207140" cy="347142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A4CCB90-56F2-4DF3-9200-411EE26402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49" y="3429000"/>
            <a:ext cx="5205600" cy="3470400"/>
          </a:xfrm>
          <a:prstGeom prst="rect">
            <a:avLst/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43A0E960-CA42-465C-B95B-C86B67B4286D}"/>
              </a:ext>
            </a:extLst>
          </p:cNvPr>
          <p:cNvSpPr/>
          <p:nvPr/>
        </p:nvSpPr>
        <p:spPr>
          <a:xfrm>
            <a:off x="5214551" y="1550774"/>
            <a:ext cx="6277232" cy="3429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台中松竹、楊梅金山、台中陝西、新竹龍山、潮州南進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，這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家店占總銷售額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80%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，其他的店銷售額占比微乎其微。</a:t>
            </a:r>
            <a:endParaRPr lang="en-US" altLang="zh-TW" sz="2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↓</a:t>
            </a:r>
            <a:endParaRPr lang="en-US" altLang="zh-TW" sz="2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★這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家店為未來人數提高、服務重點。</a:t>
            </a:r>
            <a:endParaRPr lang="en-US" altLang="zh-TW" sz="2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67582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B91D6A6-0EC1-47EB-A5FE-5EFA86923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32" y="265254"/>
            <a:ext cx="5487650" cy="365843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9FDCDF8-66FC-4207-A122-8534D23E74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900" y="265253"/>
            <a:ext cx="5487650" cy="3658433"/>
          </a:xfrm>
          <a:prstGeom prst="rect">
            <a:avLst/>
          </a:prstGeom>
        </p:spPr>
      </p:pic>
      <p:grpSp>
        <p:nvGrpSpPr>
          <p:cNvPr id="11" name="群組 10">
            <a:extLst>
              <a:ext uri="{FF2B5EF4-FFF2-40B4-BE49-F238E27FC236}">
                <a16:creationId xmlns:a16="http://schemas.microsoft.com/office/drawing/2014/main" id="{A9192F62-40F0-4758-BDE2-256B0222E779}"/>
              </a:ext>
            </a:extLst>
          </p:cNvPr>
          <p:cNvGrpSpPr/>
          <p:nvPr/>
        </p:nvGrpSpPr>
        <p:grpSpPr>
          <a:xfrm>
            <a:off x="704466" y="3930282"/>
            <a:ext cx="11094084" cy="2927718"/>
            <a:chOff x="657744" y="3757288"/>
            <a:chExt cx="11094084" cy="2927718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B27DB65F-AABB-415B-B274-A847EF1458B2}"/>
                </a:ext>
              </a:extLst>
            </p:cNvPr>
            <p:cNvSpPr/>
            <p:nvPr/>
          </p:nvSpPr>
          <p:spPr>
            <a:xfrm>
              <a:off x="6734429" y="3757288"/>
              <a:ext cx="5017399" cy="29277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人數相比前一個月，每家加盟店人數皆有再成長，但成長速度相對緩慢，除松竹店人數減少外，其餘店家人數皆為增加。</a:t>
              </a:r>
              <a:r>
                <a:rPr lang="en-US" altLang="zh-TW" dirty="0"/>
                <a:t>4y xul4</a:t>
              </a:r>
            </a:p>
            <a:p>
              <a:pPr algn="ctr"/>
              <a:endParaRPr lang="zh-TW" altLang="en-US" dirty="0"/>
            </a:p>
          </p:txBody>
        </p: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8080998D-0597-4030-8D40-44A8647CED47}"/>
                </a:ext>
              </a:extLst>
            </p:cNvPr>
            <p:cNvSpPr/>
            <p:nvPr/>
          </p:nvSpPr>
          <p:spPr>
            <a:xfrm>
              <a:off x="657744" y="3757288"/>
              <a:ext cx="5115566" cy="29277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多數店家</a:t>
              </a:r>
              <a:r>
                <a:rPr lang="en-US" altLang="zh-TW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  <a:r>
                <a:rPr lang="zh-TW" altLang="en-US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月銷售額下降，年前應該是商品熱銷時間，推論</a:t>
              </a:r>
              <a:r>
                <a:rPr lang="en-US" altLang="zh-TW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  <a:r>
                <a:rPr lang="zh-TW" altLang="en-US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月商品沒有打中客人需求。</a:t>
              </a:r>
              <a:endParaRPr lang="en-US" altLang="zh-TW" dirty="0"/>
            </a:p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16490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605C577-8B54-4251-A6F3-B222448A8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93" y="685175"/>
            <a:ext cx="7316867" cy="548765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B1E79189-8FD6-4B1B-9C18-D1A309491164}"/>
              </a:ext>
            </a:extLst>
          </p:cNvPr>
          <p:cNvSpPr/>
          <p:nvPr/>
        </p:nvSpPr>
        <p:spPr>
          <a:xfrm>
            <a:off x="6808570" y="1644282"/>
            <a:ext cx="5017399" cy="292771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綜合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月資料來看，人數與銷售額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銷售量均呈正相關，提出增加人數辦法，方可提高銷售量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銷售額。</a:t>
            </a:r>
            <a:r>
              <a:rPr lang="en-US" altLang="zh-TW" dirty="0"/>
              <a:t>,</a:t>
            </a:r>
          </a:p>
          <a:p>
            <a:endParaRPr lang="en-US" altLang="zh-TW" dirty="0"/>
          </a:p>
          <a:p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目前總店數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家，總人數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416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人。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90490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2B5B7DC-8AC5-452F-B53E-1AFA7258F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97" y="1636854"/>
            <a:ext cx="6434376" cy="428958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E18BB5E-6F57-4C4E-A409-95837FADC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615" y="1984798"/>
            <a:ext cx="5329425" cy="35936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91645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654CDC7-2F17-4D37-92C1-8C6C013D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820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滷味品項分析</a:t>
            </a:r>
          </a:p>
        </p:txBody>
      </p:sp>
    </p:spTree>
    <p:extLst>
      <p:ext uri="{BB962C8B-B14F-4D97-AF65-F5344CB8AC3E}">
        <p14:creationId xmlns:p14="http://schemas.microsoft.com/office/powerpoint/2010/main" val="851266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68F2A83B-2F17-4F5A-9F25-310B3B9F5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4" y="0"/>
            <a:ext cx="6079525" cy="405301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648FAEE-F83C-4747-822E-DD840BB5E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267" y="135925"/>
            <a:ext cx="4268744" cy="3925918"/>
          </a:xfrm>
          <a:prstGeom prst="rect">
            <a:avLst/>
          </a:prstGeom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5692DA1-816E-4899-BCCF-C3CCB8DCA5C5}"/>
              </a:ext>
            </a:extLst>
          </p:cNvPr>
          <p:cNvSpPr/>
          <p:nvPr/>
        </p:nvSpPr>
        <p:spPr>
          <a:xfrm>
            <a:off x="6815267" y="4675833"/>
            <a:ext cx="4654379" cy="19473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TOP3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銷售額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鴨翅</a:t>
            </a: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豬耳朵</a:t>
            </a: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川辣雞心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7B6CFDCC-FC0E-4309-BD8E-4D2BC3E384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038" y="4110337"/>
            <a:ext cx="4121495" cy="274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986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654CDC7-2F17-4D37-92C1-8C6C013D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820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過年前後銷售狀況</a:t>
            </a:r>
          </a:p>
        </p:txBody>
      </p:sp>
    </p:spTree>
    <p:extLst>
      <p:ext uri="{BB962C8B-B14F-4D97-AF65-F5344CB8AC3E}">
        <p14:creationId xmlns:p14="http://schemas.microsoft.com/office/powerpoint/2010/main" val="12817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50BB704-9433-476E-9071-17C4EC6FE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4546"/>
            <a:ext cx="5017399" cy="41461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0C584184-3E67-4C6D-84A2-121DD4D1D832}"/>
              </a:ext>
            </a:extLst>
          </p:cNvPr>
          <p:cNvSpPr/>
          <p:nvPr/>
        </p:nvSpPr>
        <p:spPr>
          <a:xfrm>
            <a:off x="5684384" y="2793775"/>
            <a:ext cx="5017399" cy="292771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過年期間，消費者購買意願不高，店長轉貼意願也稍低，但值得注意的是，滷味類仍有一定購買數量，乾貨、家常菜類買氣不佳。</a:t>
            </a:r>
            <a:endParaRPr lang="en-US" altLang="zh-TW" dirty="0"/>
          </a:p>
          <a:p>
            <a:pPr algn="ctr"/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CDA7F12-14AB-4142-A8A8-C07454F8D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7277"/>
            <a:ext cx="5017399" cy="5657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59DFB59-0A89-4650-9DD2-009CC36538EF}"/>
              </a:ext>
            </a:extLst>
          </p:cNvPr>
          <p:cNvSpPr/>
          <p:nvPr/>
        </p:nvSpPr>
        <p:spPr>
          <a:xfrm>
            <a:off x="5684384" y="140903"/>
            <a:ext cx="4654379" cy="133853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過年前，伴手禮為熱銷商品，為後續年前選品重點，但仍需挑選過。</a:t>
            </a:r>
            <a:endParaRPr lang="en-US" altLang="zh-TW" dirty="0"/>
          </a:p>
          <a:p>
            <a:pPr algn="ctr"/>
            <a:endParaRPr lang="zh-TW" altLang="en-US" dirty="0"/>
          </a:p>
        </p:txBody>
      </p:sp>
      <p:sp>
        <p:nvSpPr>
          <p:cNvPr id="12" name="箭號: 向左 11">
            <a:extLst>
              <a:ext uri="{FF2B5EF4-FFF2-40B4-BE49-F238E27FC236}">
                <a16:creationId xmlns:a16="http://schemas.microsoft.com/office/drawing/2014/main" id="{9B32F8B9-4275-4704-A465-DE4DAF0191A0}"/>
              </a:ext>
            </a:extLst>
          </p:cNvPr>
          <p:cNvSpPr/>
          <p:nvPr/>
        </p:nvSpPr>
        <p:spPr>
          <a:xfrm>
            <a:off x="5140827" y="669368"/>
            <a:ext cx="420129" cy="281605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箭號: 向左 12">
            <a:extLst>
              <a:ext uri="{FF2B5EF4-FFF2-40B4-BE49-F238E27FC236}">
                <a16:creationId xmlns:a16="http://schemas.microsoft.com/office/drawing/2014/main" id="{2531FB8F-007E-4534-9905-F94C315C15A6}"/>
              </a:ext>
            </a:extLst>
          </p:cNvPr>
          <p:cNvSpPr/>
          <p:nvPr/>
        </p:nvSpPr>
        <p:spPr>
          <a:xfrm>
            <a:off x="5140827" y="4116831"/>
            <a:ext cx="420129" cy="281605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8960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7F5321-19D3-44EC-8B3F-AD92C004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問題改善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808AEC-B5C4-472F-8039-BA71AFCF1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、年前選品調整，以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伴手禮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等商品為選品標準。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、年節期間商品，以簡單食品為主，如滷味、雞胸肉。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、盡可能縮短客人取貨時間。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、過年前，盡量以販賣常溫商品為主，店家冷凍倉儲位置不夠。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09891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560</Words>
  <Application>Microsoft Office PowerPoint</Application>
  <PresentationFormat>寬螢幕</PresentationFormat>
  <Paragraphs>66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微軟正黑體</vt:lpstr>
      <vt:lpstr>Arial</vt:lpstr>
      <vt:lpstr>Calibri</vt:lpstr>
      <vt:lpstr>Calibri Light</vt:lpstr>
      <vt:lpstr>Office 佈景主題</vt:lpstr>
      <vt:lpstr>過年前後問題討論</vt:lpstr>
      <vt:lpstr>2021/12月銷售狀況</vt:lpstr>
      <vt:lpstr>PowerPoint 簡報</vt:lpstr>
      <vt:lpstr>PowerPoint 簡報</vt:lpstr>
      <vt:lpstr>2022/01月銷售狀況</vt:lpstr>
      <vt:lpstr>PowerPoint 簡報</vt:lpstr>
      <vt:lpstr>PowerPoint 簡報</vt:lpstr>
      <vt:lpstr>2021/12-2022/01月銷售狀況</vt:lpstr>
      <vt:lpstr>PowerPoint 簡報</vt:lpstr>
      <vt:lpstr>PowerPoint 簡報</vt:lpstr>
      <vt:lpstr>PowerPoint 簡報</vt:lpstr>
      <vt:lpstr>PowerPoint 簡報</vt:lpstr>
      <vt:lpstr>滷味品項分析</vt:lpstr>
      <vt:lpstr>PowerPoint 簡報</vt:lpstr>
      <vt:lpstr>過年前後銷售狀況</vt:lpstr>
      <vt:lpstr>PowerPoint 簡報</vt:lpstr>
      <vt:lpstr>問題改善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泓呈 李</dc:creator>
  <cp:lastModifiedBy>泓呈 李</cp:lastModifiedBy>
  <cp:revision>26</cp:revision>
  <dcterms:created xsi:type="dcterms:W3CDTF">2022-02-08T05:46:29Z</dcterms:created>
  <dcterms:modified xsi:type="dcterms:W3CDTF">2022-02-11T07:18:15Z</dcterms:modified>
</cp:coreProperties>
</file>